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ACMETECH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Manufacturing Intelligence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| Q1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PURPOSE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enable every manufacturer to predict and prevent equipment failures, without data scientists.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manufacturing and AI veterans who experienced the problem firsthand.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 lose $50B annually to unplanned downtime—82% from equipment failures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teams are flying blind with scattered data across 15+ disconnected systems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solutions require PhD expertise and 6-12 month implementations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0"/>
            <a:ext cx="5029200" cy="731520"/>
          </a:xfrm>
          <a:prstGeom prst="rect">
            <a:avLst/>
          </a:prstGeom>
          <a:solidFill>
            <a:srgbClr val="1E3A5F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977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spent $2M on sensors but still can't predict when machines will fail." — VP Ops, Fortune 500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 that prevents equipment failures before they happen.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in minutes: Plug into existing sensors—no new hardware required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34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with precision: ML models detect issues 72 hours ahead with 94% accuracy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57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with confidence: Clear recommendations prioritized by business impact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Proliferation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now cost $0.50 (down from $50 in 2015). Every machine generates continuous data streams.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560320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0" y="1188720"/>
            <a:ext cx="256032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Breakthrough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37560" y="20116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enable training with 10x less data. Real-time inference now possible at edge.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188720"/>
            <a:ext cx="2560320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1188720"/>
            <a:ext cx="256032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Shortage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80760" y="201168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2.1M manufacturing jobs unfilled by 2030. Companies must do more with fewer experts.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$85B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manufacturing predictive maintenance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188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20040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0" y="2560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American discrete manufacturing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188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$1.2B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94360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0" y="2560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with 100+ machines ready for AI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1E3A5F">
              <a:alpha val="9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23% annually as AI adoption accelerates. Source: Gartner 2025 Manufacturing Report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514600" cy="1600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3246120" y="1188720"/>
            <a:ext cx="2514600" cy="1600200"/>
          </a:xfrm>
          <a:prstGeom prst="rect">
            <a:avLst/>
          </a:prstGeom>
          <a:solidFill>
            <a:srgbClr val="4A90D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88920"/>
            <a:ext cx="2514600" cy="1600200"/>
          </a:xfrm>
          <a:prstGeom prst="rect">
            <a:avLst/>
          </a:prstGeom>
          <a:solidFill>
            <a:srgbClr val="4A90D9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46120" y="2788920"/>
            <a:ext cx="2514600" cy="1600200"/>
          </a:xfrm>
          <a:prstGeom prst="rect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4480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Implementation 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 rot="16200000">
            <a:off x="91440" y="2788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 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1645920"/>
            <a:ext cx="365760" cy="36576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2057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05940" y="1805940"/>
            <a:ext cx="365760" cy="36576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1531620" y="22174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0" y="2606040"/>
            <a:ext cx="365760" cy="36576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3017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66160" y="2446020"/>
            <a:ext cx="365760" cy="36576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8575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Uptake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23460" y="132588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454914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AcmeTech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Advantage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164592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setup vs. 6-month implementations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faster time-to-value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pricing: $500/mo vs. $50K+ enterprise minimums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models for 50+ equipment types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0" y="109728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1143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Connect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1417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50+ data sources and sensor types in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0" y="210312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0" y="2148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Predictions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2423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surfaces failure risks 72 hours before they occur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31089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31546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Center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3429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predictions into work orders assigned to right teams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411480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4160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4434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downtime prevented and dollars saved in real-time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SaaS with usage-based expansion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21280" cy="2011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26212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28800"/>
            <a:ext cx="234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4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$500/month for up to 10 machines. Self-serve onboarding.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1360" y="1645920"/>
            <a:ext cx="2621280" cy="2011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3261360" y="1645920"/>
            <a:ext cx="262128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398520" y="1828800"/>
            <a:ext cx="234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98520" y="2286000"/>
            <a:ext cx="234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$2,500/month for up to 50 machines. Dedicated success manager.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65520" y="1645920"/>
            <a:ext cx="2621280" cy="20116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065520" y="1645920"/>
            <a:ext cx="262128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6202680" y="1828800"/>
            <a:ext cx="234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02680" y="2286000"/>
            <a:ext cx="234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pricing, unlimited machines, SLA, dedicated support.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ACV: $18K | CAC: $4.5K | LTV: $54K | LTV/CAC: 12x | Gross Margin: 82%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$850K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097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2004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9436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launch: March 2025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customer: April 2025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ARR milestone: September 2025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enterprise pilot signed: December 2025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88720" y="1097280"/>
            <a:ext cx="1097280" cy="10972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417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Chen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Ex-Siemens, led $200M product line. Stanford MBA.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1097280"/>
            <a:ext cx="1097280" cy="10972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417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Johnson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Co-founder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0175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Ex-Google Brain, 10 patents in ML. MIT PhD.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097280"/>
            <a:ext cx="1097280" cy="10972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417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94360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Elena Rodriguez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Engineering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30175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Ex-Tesla, scaled eng team 1→50. Carnegie Mellon.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Advisors: Jane Smith (Former CEO, Manufacturing Corp) • Dr. John Doe (Stanford AI Lab)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47777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- Engineering (hire 4 engineers)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- Sales &amp; Marketing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- Customer Success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- Operations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5087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100 customers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enterprise product tier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$2M ARR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Series A from position of strength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founders@acmetech.com | acmetech.com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AcmeTech - Investor Deck</dc:title>
  <dc:subject>PptxGenJS Presentation</dc:subject>
  <dc:creator>AcmeTech</dc:creator>
  <cp:lastModifiedBy>AcmeTech</cp:lastModifiedBy>
  <cp:revision>1</cp:revision>
  <dcterms:created xsi:type="dcterms:W3CDTF">2026-01-27T00:33:56Z</dcterms:created>
  <dcterms:modified xsi:type="dcterms:W3CDTF">2026-01-27T00:33:56Z</dcterms:modified>
</cp:coreProperties>
</file>